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2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70A87-BF07-2B1E-3333-41952910A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70BF26-AE35-F22E-FD92-A1813BA98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8C089F-96D6-3367-DC41-F8C2C0D1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4E25B-2E18-81AB-906A-B271DD48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66687B-1138-75BE-B27B-78A061CA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27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974EE-45B9-8ED9-3D1B-FD1075CDC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75BFE-D3B2-659E-B29B-D9FA72704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45E35B-01C4-E072-E193-332A86517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2DDB4-816B-73AB-DBC3-D0AEB4BB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0DBD93-31B4-98FC-2809-92956072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119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E65BC-1E80-94B9-2C24-6350B965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B93F99-EA77-2975-264A-5F69D8C7A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C9FBA6-0991-9945-E3B4-FD76379F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C2F3A5-96F5-B1AE-27C1-C8A245F6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1B9E0-EB0C-8780-B7E3-A57A7FE6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54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6B90C-A08F-B518-2ADA-4B56EA5B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6573E-1A2B-1241-BE2D-33E48EF04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865CD6-24EF-A439-8005-691FBE57F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A91ADE-D05F-D469-7DE1-E7EC04D5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2C1EF-9528-B440-787D-3B34662E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20872-B2E8-DB07-2387-9F754513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2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2DDEB-1C63-A5B7-BE11-923D3480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271A18-0779-C9D9-D127-A6CFD4F63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F69950-E8D4-761E-9BA1-1F120D7E0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9F832F-17CA-DF06-5A3B-4D919136B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C28E9E-6542-0F6E-41E0-D9A17D0C9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4D2295-EA40-4366-ACB1-F98C0A35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929C75-46ED-E4D2-9629-693CA908C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A534A5-27B2-74B3-17B1-457AF244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0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82B88A-9DFF-6903-9D5B-A3A7A4BC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1604D5-D4A9-7540-0935-5583BC91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986C67-436E-44DE-87F6-7A319008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240F80-68B1-99FA-6CC0-C19C1779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51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5F15FC-0112-82F8-C6C0-CF6F383F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2B5EBA-6DE0-099D-20B5-084CABC0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5458A-C30F-A441-FF64-127C09E2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31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69D69-E160-8271-191A-1F1B609F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1BF5B-175E-8BE4-5B27-B7CCF5C61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4D3139-B2EB-0265-19E4-842542288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A43B8D-9D0C-029B-A877-9E1B9985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7BAEB3-7021-3E0D-65D7-0A5C6F08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60D9E4-B491-7630-C631-5DDC3315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73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F516A-ABFD-1FF0-EF5B-64E185D6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CBB9A6-793B-C8AD-C888-7089B2FBF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1C2BFA-0126-AE27-5E4E-E1FC81367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065828-B906-6AB3-40B6-4C1A0806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622EA-3A6D-51C0-3C9E-D0F9A1A6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0ED78B-47C4-2BF6-6B2D-CD78C8DA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25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C6F7B-15E3-B776-EE9F-CD8313C7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6BEC16-068B-783A-0010-635BDF79D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6D112-2BE6-B7E9-6C18-9076FDE2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7704D7-D715-CBF4-89FB-AE59DB79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776C8D-6566-F1C5-850C-56C68CED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25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1CBF48-306C-E4E2-0D26-9FCEA8382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A2CE08-A221-AB67-21EF-969239712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C448B-FE78-4F93-730D-4DEAF43C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AD0F36-A98E-D982-55F8-D092836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3B3B2F-1F05-3075-EFF0-9CC48AB4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38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20E1A1-BB86-E8AB-CE54-7EFBB841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F6185F-E276-90F8-31E3-7DA8BF13F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34756-5E2E-65C2-B6AF-BBFDFC689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5B60B-84C8-4006-811C-B35B04A6566A}" type="datetimeFigureOut">
              <a:rPr lang="zh-CN" altLang="en-US" smtClean="0"/>
              <a:t>2024/4/18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A4B9-2014-0BBF-FC69-A8B27B57E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A11EF-6C59-851E-523D-4A96992EB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0C719-FFED-4F3D-9BB9-E3EED48C1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28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FE43FA11-8AA5-4E07-3D09-F9A3A827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265" y="309860"/>
            <a:ext cx="7303135" cy="8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0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9995C5-3A07-E164-8518-52ACC704AEED}"/>
              </a:ext>
            </a:extLst>
          </p:cNvPr>
          <p:cNvGrpSpPr/>
          <p:nvPr/>
        </p:nvGrpSpPr>
        <p:grpSpPr>
          <a:xfrm>
            <a:off x="2317523" y="1094338"/>
            <a:ext cx="7426325" cy="806450"/>
            <a:chOff x="0" y="0"/>
            <a:chExt cx="7426325" cy="806450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75D38779-B2D5-7CDE-1D18-30A819872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426325" cy="806450"/>
            </a:xfrm>
            <a:prstGeom prst="rect">
              <a:avLst/>
            </a:prstGeom>
            <a:noFill/>
          </p:spPr>
        </p:pic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84FD06F9-3934-FAA6-C8EB-01DD53F498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254"/>
            <a:stretch/>
          </p:blipFill>
          <p:spPr bwMode="auto">
            <a:xfrm>
              <a:off x="2311603" y="492035"/>
              <a:ext cx="2803117" cy="296545"/>
            </a:xfrm>
            <a:prstGeom prst="rect">
              <a:avLst/>
            </a:prstGeom>
            <a:noFill/>
          </p:spPr>
        </p:pic>
      </p:grpSp>
      <p:sp>
        <p:nvSpPr>
          <p:cNvPr id="6" name="Text Box 8">
            <a:extLst>
              <a:ext uri="{FF2B5EF4-FFF2-40B4-BE49-F238E27FC236}">
                <a16:creationId xmlns:a16="http://schemas.microsoft.com/office/drawing/2014/main" id="{26DC6683-7B6A-70A3-E58F-A45E40E24233}"/>
              </a:ext>
            </a:extLst>
          </p:cNvPr>
          <p:cNvSpPr txBox="1"/>
          <p:nvPr/>
        </p:nvSpPr>
        <p:spPr>
          <a:xfrm>
            <a:off x="4522697" y="1586373"/>
            <a:ext cx="327723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1200">
                <a:solidFill>
                  <a:srgbClr val="FFFFFF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Chiller Retrofit Analytics Report</a:t>
            </a:r>
            <a:endParaRPr lang="zh-CN" sz="110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21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Xu, Ling</dc:creator>
  <cp:lastModifiedBy>Xu, Ling</cp:lastModifiedBy>
  <cp:revision>1</cp:revision>
  <dcterms:created xsi:type="dcterms:W3CDTF">2024-04-18T07:48:29Z</dcterms:created>
  <dcterms:modified xsi:type="dcterms:W3CDTF">2024-04-18T07:50:59Z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864bb8-b671-4bed-ba85-9478127ab5e9_Enabled">
    <vt:lpwstr>true</vt:lpwstr>
  </property>
  <property fmtid="{D5CDD505-2E9C-101B-9397-08002B2CF9AE}" pid="3" name="MSIP_Label_b7864bb8-b671-4bed-ba85-9478127ab5e9_SetDate">
    <vt:lpwstr>2024-04-18T07:50:59Z</vt:lpwstr>
  </property>
  <property fmtid="{D5CDD505-2E9C-101B-9397-08002B2CF9AE}" pid="4" name="MSIP_Label_b7864bb8-b671-4bed-ba85-9478127ab5e9_Method">
    <vt:lpwstr>Standard</vt:lpwstr>
  </property>
  <property fmtid="{D5CDD505-2E9C-101B-9397-08002B2CF9AE}" pid="5" name="MSIP_Label_b7864bb8-b671-4bed-ba85-9478127ab5e9_Name">
    <vt:lpwstr>Confidential – 2023</vt:lpwstr>
  </property>
  <property fmtid="{D5CDD505-2E9C-101B-9397-08002B2CF9AE}" pid="6" name="MSIP_Label_b7864bb8-b671-4bed-ba85-9478127ab5e9_SiteId">
    <vt:lpwstr>36839a65-7f3f-4bac-9ea4-f571f10a9a03</vt:lpwstr>
  </property>
  <property fmtid="{D5CDD505-2E9C-101B-9397-08002B2CF9AE}" pid="7" name="MSIP_Label_b7864bb8-b671-4bed-ba85-9478127ab5e9_ActionId">
    <vt:lpwstr>bbc35c20-9bf7-4dc0-a8f1-009f6deb86f3</vt:lpwstr>
  </property>
  <property fmtid="{D5CDD505-2E9C-101B-9397-08002B2CF9AE}" pid="8" name="MSIP_Label_b7864bb8-b671-4bed-ba85-9478127ab5e9_ContentBits">
    <vt:lpwstr>0</vt:lpwstr>
  </property>
</Properties>
</file>